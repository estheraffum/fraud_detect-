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Fraud Detection Web App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for Real-Time Financial Fraud Detection</a:t>
            </a:r>
          </a:p>
          <a:p>
            <a:r>
              <a:t>Data Science &amp;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Core Problem: Financial fraud creates significant financial loss and undermines trust.</a:t>
            </a:r>
          </a:p>
          <a:p>
            <a:pPr/>
            <a:r>
              <a:t>Objective: Build a real-time web application flagging suspicious transactions.</a:t>
            </a:r>
          </a:p>
          <a:p>
            <a:pPr/>
            <a:r>
              <a:t>Key Deliverables:</a:t>
            </a:r>
          </a:p>
          <a:p>
            <a:pPr lvl="1"/>
            <a:r>
              <a:t>Trained machine learning classification pipeline</a:t>
            </a:r>
          </a:p>
          <a:p>
            <a:pPr lvl="1"/>
            <a:r>
              <a:t>Interactive web dashboard for inference and analytics</a:t>
            </a:r>
          </a:p>
          <a:p>
            <a:pPr lvl="1"/>
            <a:r>
              <a:t>REST API endpoint for payment processing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Dataset Characteristics: Highly imbalanced transaction data (&lt; 1% fraud cases).</a:t>
            </a:r>
          </a:p>
          <a:p>
            <a:pPr/>
            <a:r>
              <a:t>Preprocessing Steps:</a:t>
            </a:r>
          </a:p>
          <a:p>
            <a:pPr lvl="1"/>
            <a:r>
              <a:t>Feature Scaling: Standardizing transaction amounts and temporal features</a:t>
            </a:r>
          </a:p>
          <a:p>
            <a:pPr lvl="1"/>
            <a:r>
              <a:t>Class Imbalance: Applied SMOTE / Random Under-sampling</a:t>
            </a:r>
          </a:p>
          <a:p>
            <a:pPr lvl="1"/>
            <a:r>
              <a:t>Feature Selection: Correlation analysis and feature importance filtering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Algorithms Evaluated: Logistic Regression, Random Forest, XGBoost</a:t>
            </a:r>
          </a:p>
          <a:p>
            <a:pPr/>
            <a:r>
              <a:t>Key Metrics:</a:t>
            </a:r>
          </a:p>
          <a:p>
            <a:pPr lvl="1"/>
            <a:r>
              <a:t>Recall: Prioritized to minimize missed fraudulent activities</a:t>
            </a:r>
          </a:p>
          <a:p>
            <a:pPr lvl="1"/>
            <a:r>
              <a:t>Precision &amp; F1-Score: Balanced to avoid false customer flags</a:t>
            </a:r>
          </a:p>
          <a:p>
            <a:pPr lvl="1"/>
            <a:r>
              <a:t>ROC-AUC &amp; PR-AUC: Evaluated across variable probability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Frontend: Streamlit / React interface for analytical monitoring</a:t>
            </a:r>
          </a:p>
          <a:p>
            <a:pPr/>
            <a:r>
              <a:t>Backend API: FastAPI / Flask serving low-latency predictions</a:t>
            </a:r>
          </a:p>
          <a:p>
            <a:pPr/>
            <a:r>
              <a:t>Model Persistence: Serialized model artifacts (.joblib / .pkl)</a:t>
            </a:r>
          </a:p>
          <a:p>
            <a:pPr/>
            <a:r>
              <a:t>Deployment: Containerized via Docker for cloud scalability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Deployment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Performance: Sub-100ms inference time with high fraud detection recall.</a:t>
            </a:r>
          </a:p>
          <a:p>
            <a:pPr/>
            <a:r>
              <a:t>Business Impact: Reduction in fraudulent transaction pass-through.</a:t>
            </a:r>
          </a:p>
          <a:p>
            <a:pPr/>
            <a:r>
              <a:t>Future Enhancements:</a:t>
            </a:r>
          </a:p>
          <a:p>
            <a:pPr lvl="1"/>
            <a:r>
              <a:t>Streaming data integration via Apache Kafka</a:t>
            </a:r>
          </a:p>
          <a:p>
            <a:pPr lvl="1"/>
            <a:r>
              <a:t>Automated continuous retraining pipelines (MLOps)</a:t>
            </a:r>
          </a:p>
          <a:p>
            <a:pPr lvl="1"/>
            <a:r>
              <a:t>Unsupervised anomaly detection with Deep Autoencoders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